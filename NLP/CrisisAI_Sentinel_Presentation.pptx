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solidFill>
            <a:srgbClr val="0C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🚨 CrisisAI 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4FF"/>
                </a:solidFill>
              </a:rPr>
              <a:t>Real-Time Social Media Sentiment &amp;
Crisis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6B6D4"/>
                </a:solidFill>
              </a:rPr>
              <a:t>for Disaster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Powered by Deep Learning · Transformer Models · Real-Time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Patent Pending IN20260401CSDL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C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Why Traditional Disaster Detection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⏰  Traditional detection latency: 30 min – several hours via official channels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🧮  Statistical models (TF-IDF) lose critical semantic context and word relationships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🔑  Rule-based sentiment (VADER) fails to understand complex crisis terminology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📉  Inability to accurately categorize novel/unseen disaster types dynamically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🌐  Lack of integration with live global disaster systems (ReliefWeb/GDACS)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💔  Every minute of delayed intelligence costs lives and delays resource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C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CrisisAI Sentinel — Deep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🧠  Transformer Models: DistilBERT and Sentence-Transformers for deep semantic understanding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⚡  Real-Time Global APIs: Ingests GDACS, ReliefWeb, News RSS, and social media instantly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🎯  Zero-Shot Classification: Dynamically categorizes text without needing explicit training sets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📡  Socket.IO Streaming: Sub-second latency updates to the web dashboard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🔍  Dense Embeddings: 384-dimensional vector representations for highly accurate clustering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🔔  Multi-Signal Scoring: Combines sentiment, anomalies, volume spikes, and clustering ratios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C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DEEP LEARNING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Transformer-Based Hybrid 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18288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DistilBERT Sentiment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Self-attention transformer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BB"/>
                </a:solidFill>
              </a:rPr>
              <a:t>Outputs exact probabilities for distress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657600" cy="18288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6576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36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</a:rPr>
              <a:t>Sentence-Transformers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019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Dense semantic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26771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BB"/>
                </a:solidFill>
              </a:rPr>
              <a:t>all-MiniLM-L6-v2 maps text to 384D vectors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657600" cy="18288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657600" cy="640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536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B308"/>
                </a:solidFill>
              </a:rPr>
              <a:t>Zero-Shot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Natural Language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26771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BB"/>
                </a:solidFill>
              </a:rPr>
              <a:t>Dynamic topic modeling via entailment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657600" cy="18288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36576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22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K-Means / DBSCAN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879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Unsupervised Clustering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5371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BB"/>
                </a:solidFill>
              </a:rPr>
              <a:t>Operates on deep embeddings &amp; geo-coordinates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657600"/>
            <a:ext cx="3657600" cy="18288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3657600"/>
            <a:ext cx="36576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822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Isolation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1879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F"/>
                </a:solidFill>
              </a:rPr>
              <a:t>Global anomaly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55371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BB"/>
                </a:solidFill>
              </a:rPr>
              <a:t>200 trees, detects abnormal volume &amp; severity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C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Deep Learning vs Statistical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Sentiment Accuracy:  93.4% (Transformers) vs 76.2% (VADER)  (+17.2pp)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Crisis Precision:    92.1% (Deep Learning) vs 87.3% (Baseline)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F1 Score:            90.7% vs 85.7% (+5.0pp)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Embedding Silhouette: 0.512 (Sentence-BERT) vs 0.413 (TF-IDF)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0F4FF"/>
                </a:solidFill>
              </a:rPr>
              <a:t>  ▸  Topic Inference:     Zero-Shot NLI successfully categorizes novel un-trained topics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